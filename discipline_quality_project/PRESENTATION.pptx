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Система оценки качества дисциплины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Тема 11 • Парадигмы программирования</a:t>
            </a:r>
          </a:p>
          <a:p>
            <a:pPr>
              <a:spcAft>
                <a:spcPts val="1600"/>
              </a:spcAft>
              <a:defRPr sz="2200"/>
            </a:pPr>
            <a:r>
              <a:t>Анонимный анализ ответов по шкале 1–5</a:t>
            </a:r>
          </a:p>
          <a:p>
            <a:pPr>
              <a:spcAft>
                <a:spcPts val="1600"/>
              </a:spcAft>
              <a:defRPr sz="2200"/>
            </a:pPr>
            <a:r>
              <a:t>Выполнил: Сабиржанов Муратжан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Нужно свести оценки студентов в понятный отчёт.</a:t>
            </a:r>
          </a:p>
          <a:p>
            <a:pPr>
              <a:spcAft>
                <a:spcPts val="1600"/>
              </a:spcAft>
              <a:defRPr sz="2200"/>
            </a:pPr>
            <a:r>
              <a:t>Проверить корректность ответов и найти неполные анкеты.</a:t>
            </a:r>
          </a:p>
          <a:p>
            <a:pPr>
              <a:spcAft>
                <a:spcPts val="1600"/>
              </a:spcAft>
              <a:defRPr sz="2200"/>
            </a:pPr>
            <a:r>
              <a:t>Определить вопросы, требующие внимания.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Функции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Импорт CSV и валидация оценок 1–5.</a:t>
            </a:r>
          </a:p>
          <a:p>
            <a:pPr>
              <a:spcAft>
                <a:spcPts val="1600"/>
              </a:spcAft>
              <a:defRPr sz="2200"/>
            </a:pPr>
            <a:r>
              <a:t>Среднее и медиана по каждому вопросу.</a:t>
            </a:r>
          </a:p>
          <a:p>
            <a:pPr>
              <a:spcAft>
                <a:spcPts val="1600"/>
              </a:spcAft>
              <a:defRPr sz="2200"/>
            </a:pPr>
            <a:r>
              <a:t>Проблемный вопрос: доля оценок 1–2 не ниже 35%.</a:t>
            </a:r>
          </a:p>
          <a:p>
            <a:pPr>
              <a:spcAft>
                <a:spcPts val="1600"/>
              </a:spcAft>
              <a:defRPr sz="2200"/>
            </a:pPr>
            <a:r>
              <a:t>Экспорт статистики в CSV.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models.py — модели данных и отчёта.</a:t>
            </a:r>
          </a:p>
          <a:p>
            <a:pPr>
              <a:spcAft>
                <a:spcPts val="1600"/>
              </a:spcAft>
              <a:defRPr sz="2200"/>
            </a:pPr>
            <a:r>
              <a:t>aggregators.py — общий интерфейс и стратегии.</a:t>
            </a:r>
          </a:p>
          <a:p>
            <a:pPr>
              <a:spcAft>
                <a:spcPts val="1600"/>
              </a:spcAft>
              <a:defRPr sz="2200"/>
            </a:pPr>
            <a:r>
              <a:t>logic.py — проверки и аналитический конвейер.</a:t>
            </a:r>
          </a:p>
          <a:p>
            <a:pPr>
              <a:spcAft>
                <a:spcPts val="1600"/>
              </a:spcAft>
              <a:defRPr sz="2200"/>
            </a:pPr>
            <a:r>
              <a:t>service.py — CSV и форматирование.</a:t>
            </a:r>
          </a:p>
          <a:p>
            <a:pPr>
              <a:spcAft>
                <a:spcPts val="1600"/>
              </a:spcAft>
              <a:defRPr sz="2200"/>
            </a:pPr>
            <a:r>
              <a:t>main.py — консольное меню; tests/ — тесты.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Парадигмы программирования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Императивная: цикл меню и ветвления.</a:t>
            </a:r>
          </a:p>
          <a:p>
            <a:pPr>
              <a:spcAft>
                <a:spcPts val="1600"/>
              </a:spcAft>
              <a:defRPr sz="2200"/>
            </a:pPr>
            <a:r>
              <a:t>Процедурная: функции с явными параметрами.</a:t>
            </a:r>
          </a:p>
          <a:p>
            <a:pPr>
              <a:spcAft>
                <a:spcPts val="1600"/>
              </a:spcAft>
              <a:defRPr sz="2200"/>
            </a:pPr>
            <a:r>
              <a:t>ООП: модели Survey, Response, SurveyReport.</a:t>
            </a:r>
          </a:p>
          <a:p>
            <a:pPr>
              <a:spcAft>
                <a:spcPts val="1600"/>
              </a:spcAft>
              <a:defRPr sz="2200"/>
            </a:pPr>
            <a:r>
              <a:t>Полиморфизм: MeanAggregator и MedianAggregator.</a:t>
            </a:r>
          </a:p>
          <a:p>
            <a:pPr>
              <a:spcAft>
                <a:spcPts val="1600"/>
              </a:spcAft>
              <a:defRPr sz="2200"/>
            </a:pPr>
            <a:r>
              <a:t>Функциональная: filter, reduce, чистые функции, предикат.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Среднее и медиана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Среднее учитывает все оценки, но чувствительно к крайним значениям.</a:t>
            </a:r>
          </a:p>
          <a:p>
            <a:pPr>
              <a:spcAft>
                <a:spcPts val="1600"/>
              </a:spcAft>
              <a:defRPr sz="2200"/>
            </a:pPr>
            <a:r>
              <a:t>Медиана устойчивее к отдельным экстремальным оценкам.</a:t>
            </a:r>
          </a:p>
          <a:p>
            <a:pPr>
              <a:spcAft>
                <a:spcPts val="1600"/>
              </a:spcAft>
              <a:defRPr sz="2200"/>
            </a:pPr>
            <a:r>
              <a:t>Два агрегатора реализуют общий интерфейс Aggregator.</a:t>
            </a:r>
          </a:p>
          <a:p>
            <a:pPr>
              <a:spcAft>
                <a:spcPts val="1600"/>
              </a:spcAft>
              <a:defRPr sz="2200"/>
            </a:pPr>
            <a:r>
              <a:t>Можно заменить стратегию без переписывания отчёта.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Тестирование и запуск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23 автоматических теста unittest.</a:t>
            </a:r>
          </a:p>
          <a:p>
            <a:pPr>
              <a:spcAft>
                <a:spcPts val="1600"/>
              </a:spcAft>
              <a:defRPr sz="2200"/>
            </a:pPr>
            <a:r>
              <a:t>Покрыты нормальные, граничные и ошибочные случаи.</a:t>
            </a:r>
          </a:p>
          <a:p>
            <a:pPr>
              <a:spcAft>
                <a:spcPts val="1600"/>
              </a:spcAft>
              <a:defRPr sz="2200"/>
            </a:pPr>
            <a:r>
              <a:t>Запуск: python -m src.main</a:t>
            </a:r>
          </a:p>
          <a:p>
            <a:pPr>
              <a:spcAft>
                <a:spcPts val="1600"/>
              </a:spcAft>
              <a:defRPr sz="2200"/>
            </a:pPr>
            <a:r>
              <a:t>Тесты: python -m unittest discover -s tests -v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Система формирует воспроизводимую сводку качества дисциплины.</a:t>
            </a:r>
          </a:p>
          <a:p>
            <a:pPr>
              <a:spcAft>
                <a:spcPts val="1600"/>
              </a:spcAft>
              <a:defRPr sz="2200"/>
            </a:pPr>
            <a:r>
              <a:t>Выделяет вопросы с высокой долей низких оценок.</a:t>
            </a:r>
          </a:p>
          <a:p>
            <a:pPr>
              <a:spcAft>
                <a:spcPts val="1600"/>
              </a:spcAft>
              <a:defRPr sz="2200"/>
            </a:pPr>
            <a:r>
              <a:t>Модульная архитектура упрощает расширение.</a:t>
            </a:r>
          </a:p>
          <a:p>
            <a:pPr>
              <a:spcAft>
                <a:spcPts val="1600"/>
              </a:spcAft>
              <a:defRPr sz="2200"/>
            </a:pPr>
            <a:r>
              <a:t>Демонстрация: показать оба агрегатора и экспорт CSV.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Тема 11 • Система оценки качества дисциплины •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